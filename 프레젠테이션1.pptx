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6"/>
    <p:sldId id="260" r:id="rId7"/>
    <p:sldId id="261" r:id="rId8"/>
    <p:sldId id="262" r:id="rId9"/>
    <p:sldId id="263" r:id="rId10"/>
    <p:sldId id="267" r:id="rId11"/>
    <p:sldId id="270" r:id="rId12"/>
    <p:sldId id="271" r:id="rId13"/>
    <p:sldId id="264" r:id="rId14"/>
    <p:sldId id="265" r:id="rId15"/>
    <p:sldId id="268" r:id="rId16"/>
    <p:sldId id="272" r:id="rId17"/>
    <p:sldId id="273" r:id="rId1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271"/>
  </p:normalViewPr>
  <p:slideViewPr>
    <p:cSldViewPr snapToGrid="0">
      <p:cViewPr>
        <p:scale>
          <a:sx n="95" d="100"/>
          <a:sy n="95" d="100"/>
        </p:scale>
        <p:origin x="200" y="1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4AAEDB-4508-8A60-801F-592665953166}"/>
              </a:ext>
            </a:extLst>
          </p:cNvPr>
          <p:cNvSpPr>
            <a:spLocks noGrp="1"/>
          </p:cNvSpPr>
          <p:nvPr>
            <p:ph type="ctrTitle"/>
          </p:nvPr>
        </p:nvSpPr>
        <p:spPr>
          <a:xfrm>
            <a:off x="1524000" y="1122363"/>
            <a:ext cx="9144000" cy="2387600"/>
          </a:xfrm>
        </p:spPr>
        <p:txBody>
          <a:bodyPr anchor="b"/>
          <a:lstStyle>
            <a:lvl1pPr algn="ctr">
              <a:defRPr sz="6000"/>
            </a:lvl1pPr>
          </a:lstStyle>
          <a:p>
            <a:r>
              <a:rPr kumimoji="1" lang="ko-KR" altLang="en-US"/>
              <a:t>마스터 제목 스타일 편집</a:t>
            </a:r>
          </a:p>
        </p:txBody>
      </p:sp>
      <p:sp>
        <p:nvSpPr>
          <p:cNvPr id="3" name="부제목 2">
            <a:extLst>
              <a:ext uri="{FF2B5EF4-FFF2-40B4-BE49-F238E27FC236}">
                <a16:creationId xmlns:a16="http://schemas.microsoft.com/office/drawing/2014/main" id="{352165B3-4438-50D9-E65F-3F947BB08A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p>
        </p:txBody>
      </p:sp>
      <p:sp>
        <p:nvSpPr>
          <p:cNvPr id="4" name="날짜 개체 틀 3">
            <a:extLst>
              <a:ext uri="{FF2B5EF4-FFF2-40B4-BE49-F238E27FC236}">
                <a16:creationId xmlns:a16="http://schemas.microsoft.com/office/drawing/2014/main" id="{3E7D839C-E353-8DCD-9034-7819963BFAC6}"/>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5" name="바닥글 개체 틀 4">
            <a:extLst>
              <a:ext uri="{FF2B5EF4-FFF2-40B4-BE49-F238E27FC236}">
                <a16:creationId xmlns:a16="http://schemas.microsoft.com/office/drawing/2014/main" id="{E6087400-5253-8947-29B9-62AAD072F113}"/>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5C8C2AA0-C20C-9158-3A05-389F72480208}"/>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2203442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995841-239D-B216-B03B-1A46CB45533F}"/>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6C12868A-C49B-5C08-FFCD-C19EB0548CB9}"/>
              </a:ext>
            </a:extLst>
          </p:cNvPr>
          <p:cNvSpPr>
            <a:spLocks noGrp="1"/>
          </p:cNvSpPr>
          <p:nvPr>
            <p:ph idx="1"/>
          </p:nvPr>
        </p:nvSpPr>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DC57E888-9E3A-4049-D817-815A6FDBA0E0}"/>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5" name="바닥글 개체 틀 4">
            <a:extLst>
              <a:ext uri="{FF2B5EF4-FFF2-40B4-BE49-F238E27FC236}">
                <a16:creationId xmlns:a16="http://schemas.microsoft.com/office/drawing/2014/main" id="{80E54EFC-AF51-792F-9341-762963BC0906}"/>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0EB5A19F-8519-E8E4-61CF-800BA57F705F}"/>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290216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79DC2D-38A9-E374-F97F-6B857295A206}"/>
              </a:ext>
            </a:extLst>
          </p:cNvPr>
          <p:cNvSpPr>
            <a:spLocks noGrp="1"/>
          </p:cNvSpPr>
          <p:nvPr>
            <p:ph type="title"/>
          </p:nvPr>
        </p:nvSpPr>
        <p:spPr>
          <a:xfrm>
            <a:off x="831850" y="1709738"/>
            <a:ext cx="10515600" cy="2852737"/>
          </a:xfrm>
        </p:spPr>
        <p:txBody>
          <a:bodyPr anchor="b"/>
          <a:lstStyle>
            <a:lvl1pPr>
              <a:defRPr sz="6000"/>
            </a:lvl1pPr>
          </a:lstStyle>
          <a:p>
            <a:r>
              <a:rPr kumimoji="1" lang="ko-KR" altLang="en-US"/>
              <a:t>마스터 제목 스타일 편집</a:t>
            </a:r>
          </a:p>
        </p:txBody>
      </p:sp>
      <p:sp>
        <p:nvSpPr>
          <p:cNvPr id="3" name="텍스트 개체 틀 2">
            <a:extLst>
              <a:ext uri="{FF2B5EF4-FFF2-40B4-BE49-F238E27FC236}">
                <a16:creationId xmlns:a16="http://schemas.microsoft.com/office/drawing/2014/main" id="{B06BA340-4CF7-C639-95B2-9AFAEAFED6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ko-KR" altLang="en-US"/>
              <a:t>마스터 텍스트 스타일을 편집하려면 클릭</a:t>
            </a:r>
          </a:p>
        </p:txBody>
      </p:sp>
      <p:sp>
        <p:nvSpPr>
          <p:cNvPr id="4" name="날짜 개체 틀 3">
            <a:extLst>
              <a:ext uri="{FF2B5EF4-FFF2-40B4-BE49-F238E27FC236}">
                <a16:creationId xmlns:a16="http://schemas.microsoft.com/office/drawing/2014/main" id="{B642D0EC-30BE-BDCA-9F3E-3AB6723BC227}"/>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5" name="바닥글 개체 틀 4">
            <a:extLst>
              <a:ext uri="{FF2B5EF4-FFF2-40B4-BE49-F238E27FC236}">
                <a16:creationId xmlns:a16="http://schemas.microsoft.com/office/drawing/2014/main" id="{315249E0-393C-C679-C95D-4B152BD527F5}"/>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D0C77E3A-C34E-BB0D-AC68-E77B07AE92FF}"/>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2148226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717811C-A253-8BF9-F486-45BDC3ED0443}"/>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67351F6D-1518-9B81-C0ED-EE2ED7AE655C}"/>
              </a:ext>
            </a:extLst>
          </p:cNvPr>
          <p:cNvSpPr>
            <a:spLocks noGrp="1"/>
          </p:cNvSpPr>
          <p:nvPr>
            <p:ph sz="half" idx="1"/>
          </p:nvPr>
        </p:nvSpPr>
        <p:spPr>
          <a:xfrm>
            <a:off x="838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내용 개체 틀 3">
            <a:extLst>
              <a:ext uri="{FF2B5EF4-FFF2-40B4-BE49-F238E27FC236}">
                <a16:creationId xmlns:a16="http://schemas.microsoft.com/office/drawing/2014/main" id="{6104C044-D316-52BB-5F53-E2C08A0F123E}"/>
              </a:ext>
            </a:extLst>
          </p:cNvPr>
          <p:cNvSpPr>
            <a:spLocks noGrp="1"/>
          </p:cNvSpPr>
          <p:nvPr>
            <p:ph sz="half" idx="2"/>
          </p:nvPr>
        </p:nvSpPr>
        <p:spPr>
          <a:xfrm>
            <a:off x="6172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날짜 개체 틀 4">
            <a:extLst>
              <a:ext uri="{FF2B5EF4-FFF2-40B4-BE49-F238E27FC236}">
                <a16:creationId xmlns:a16="http://schemas.microsoft.com/office/drawing/2014/main" id="{CE80A8AF-EAA1-8B00-F5C0-AB1C3980DB8B}"/>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6" name="바닥글 개체 틀 5">
            <a:extLst>
              <a:ext uri="{FF2B5EF4-FFF2-40B4-BE49-F238E27FC236}">
                <a16:creationId xmlns:a16="http://schemas.microsoft.com/office/drawing/2014/main" id="{7914A2D8-AB28-783D-C9E1-E14212CF75F6}"/>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A50F01C3-361A-6028-E393-82176BB2F30E}"/>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1117732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AB649D-64AC-7F2E-FE58-2BD3195937D6}"/>
              </a:ext>
            </a:extLst>
          </p:cNvPr>
          <p:cNvSpPr>
            <a:spLocks noGrp="1"/>
          </p:cNvSpPr>
          <p:nvPr>
            <p:ph type="title"/>
          </p:nvPr>
        </p:nvSpPr>
        <p:spPr>
          <a:xfrm>
            <a:off x="839788" y="365125"/>
            <a:ext cx="10515600" cy="1325563"/>
          </a:xfrm>
        </p:spPr>
        <p:txBody>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A3501192-BCC4-6EEC-BA18-992644DF6A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4" name="내용 개체 틀 3">
            <a:extLst>
              <a:ext uri="{FF2B5EF4-FFF2-40B4-BE49-F238E27FC236}">
                <a16:creationId xmlns:a16="http://schemas.microsoft.com/office/drawing/2014/main" id="{A885577E-E9FC-A2F6-60A9-59129D3E8A5D}"/>
              </a:ext>
            </a:extLst>
          </p:cNvPr>
          <p:cNvSpPr>
            <a:spLocks noGrp="1"/>
          </p:cNvSpPr>
          <p:nvPr>
            <p:ph sz="half" idx="2"/>
          </p:nvPr>
        </p:nvSpPr>
        <p:spPr>
          <a:xfrm>
            <a:off x="839788" y="2505075"/>
            <a:ext cx="5157787"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텍스트 개체 틀 4">
            <a:extLst>
              <a:ext uri="{FF2B5EF4-FFF2-40B4-BE49-F238E27FC236}">
                <a16:creationId xmlns:a16="http://schemas.microsoft.com/office/drawing/2014/main" id="{DED4BC5E-28F5-90B6-CAC8-FAD99877C6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6" name="내용 개체 틀 5">
            <a:extLst>
              <a:ext uri="{FF2B5EF4-FFF2-40B4-BE49-F238E27FC236}">
                <a16:creationId xmlns:a16="http://schemas.microsoft.com/office/drawing/2014/main" id="{7463AC9F-3120-1E62-9D4A-FA85C7C8D2F7}"/>
              </a:ext>
            </a:extLst>
          </p:cNvPr>
          <p:cNvSpPr>
            <a:spLocks noGrp="1"/>
          </p:cNvSpPr>
          <p:nvPr>
            <p:ph sz="quarter" idx="4"/>
          </p:nvPr>
        </p:nvSpPr>
        <p:spPr>
          <a:xfrm>
            <a:off x="6172200" y="2505075"/>
            <a:ext cx="5183188"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7" name="날짜 개체 틀 6">
            <a:extLst>
              <a:ext uri="{FF2B5EF4-FFF2-40B4-BE49-F238E27FC236}">
                <a16:creationId xmlns:a16="http://schemas.microsoft.com/office/drawing/2014/main" id="{08BEFF10-944F-91ED-5EB5-8343674C5884}"/>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8" name="바닥글 개체 틀 7">
            <a:extLst>
              <a:ext uri="{FF2B5EF4-FFF2-40B4-BE49-F238E27FC236}">
                <a16:creationId xmlns:a16="http://schemas.microsoft.com/office/drawing/2014/main" id="{C5740A87-9133-1F04-85B5-A843D564DDEC}"/>
              </a:ext>
            </a:extLst>
          </p:cNvPr>
          <p:cNvSpPr>
            <a:spLocks noGrp="1"/>
          </p:cNvSpPr>
          <p:nvPr>
            <p:ph type="ftr" sz="quarter" idx="11"/>
          </p:nvPr>
        </p:nvSpPr>
        <p:spPr/>
        <p:txBody>
          <a:bodyPr/>
          <a:lstStyle/>
          <a:p>
            <a:endParaRPr kumimoji="1" lang="ko-KR" altLang="en-US"/>
          </a:p>
        </p:txBody>
      </p:sp>
      <p:sp>
        <p:nvSpPr>
          <p:cNvPr id="9" name="슬라이드 번호 개체 틀 8">
            <a:extLst>
              <a:ext uri="{FF2B5EF4-FFF2-40B4-BE49-F238E27FC236}">
                <a16:creationId xmlns:a16="http://schemas.microsoft.com/office/drawing/2014/main" id="{63DE1E29-39A8-6D51-3D42-85275F89F97B}"/>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4284400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AE691A1-C7C3-3B28-ADBF-ABA48B3BE62E}"/>
              </a:ext>
            </a:extLst>
          </p:cNvPr>
          <p:cNvSpPr>
            <a:spLocks noGrp="1"/>
          </p:cNvSpPr>
          <p:nvPr>
            <p:ph type="title"/>
          </p:nvPr>
        </p:nvSpPr>
        <p:spPr/>
        <p:txBody>
          <a:bodyPr/>
          <a:lstStyle/>
          <a:p>
            <a:r>
              <a:rPr kumimoji="1" lang="ko-KR" altLang="en-US"/>
              <a:t>마스터 제목 스타일 편집</a:t>
            </a:r>
          </a:p>
        </p:txBody>
      </p:sp>
      <p:sp>
        <p:nvSpPr>
          <p:cNvPr id="3" name="날짜 개체 틀 2">
            <a:extLst>
              <a:ext uri="{FF2B5EF4-FFF2-40B4-BE49-F238E27FC236}">
                <a16:creationId xmlns:a16="http://schemas.microsoft.com/office/drawing/2014/main" id="{29F934DA-B1A4-F423-5FFC-29B20B0ECFE3}"/>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4" name="바닥글 개체 틀 3">
            <a:extLst>
              <a:ext uri="{FF2B5EF4-FFF2-40B4-BE49-F238E27FC236}">
                <a16:creationId xmlns:a16="http://schemas.microsoft.com/office/drawing/2014/main" id="{FB2E5B85-AC7D-EA69-0F48-992CFC552320}"/>
              </a:ext>
            </a:extLst>
          </p:cNvPr>
          <p:cNvSpPr>
            <a:spLocks noGrp="1"/>
          </p:cNvSpPr>
          <p:nvPr>
            <p:ph type="ftr" sz="quarter" idx="11"/>
          </p:nvPr>
        </p:nvSpPr>
        <p:spPr/>
        <p:txBody>
          <a:bodyPr/>
          <a:lstStyle/>
          <a:p>
            <a:endParaRPr kumimoji="1" lang="ko-KR" altLang="en-US"/>
          </a:p>
        </p:txBody>
      </p:sp>
      <p:sp>
        <p:nvSpPr>
          <p:cNvPr id="5" name="슬라이드 번호 개체 틀 4">
            <a:extLst>
              <a:ext uri="{FF2B5EF4-FFF2-40B4-BE49-F238E27FC236}">
                <a16:creationId xmlns:a16="http://schemas.microsoft.com/office/drawing/2014/main" id="{470C84C3-C468-F6E5-A66F-3B1D78FF8B5B}"/>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3284033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F2BEC11-D51D-A605-CE29-652F5131529B}"/>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3" name="바닥글 개체 틀 2">
            <a:extLst>
              <a:ext uri="{FF2B5EF4-FFF2-40B4-BE49-F238E27FC236}">
                <a16:creationId xmlns:a16="http://schemas.microsoft.com/office/drawing/2014/main" id="{F924C39C-4CDD-0C47-BFCD-D8521AFE9AFA}"/>
              </a:ext>
            </a:extLst>
          </p:cNvPr>
          <p:cNvSpPr>
            <a:spLocks noGrp="1"/>
          </p:cNvSpPr>
          <p:nvPr>
            <p:ph type="ftr" sz="quarter" idx="1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12F52940-C144-3FCB-57B0-3BDDD581F7F0}"/>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325872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BBC4C4-A9B3-8B7C-6833-01E2E8DCB0F5}"/>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내용 개체 틀 2">
            <a:extLst>
              <a:ext uri="{FF2B5EF4-FFF2-40B4-BE49-F238E27FC236}">
                <a16:creationId xmlns:a16="http://schemas.microsoft.com/office/drawing/2014/main" id="{8D2993FF-A761-A1DE-2447-AF4853E135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텍스트 개체 틀 3">
            <a:extLst>
              <a:ext uri="{FF2B5EF4-FFF2-40B4-BE49-F238E27FC236}">
                <a16:creationId xmlns:a16="http://schemas.microsoft.com/office/drawing/2014/main" id="{2EC6921A-B240-8EB1-2E6B-0442253BA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AC3D8F54-E536-0BBB-3F69-140442FA6DB9}"/>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6" name="바닥글 개체 틀 5">
            <a:extLst>
              <a:ext uri="{FF2B5EF4-FFF2-40B4-BE49-F238E27FC236}">
                <a16:creationId xmlns:a16="http://schemas.microsoft.com/office/drawing/2014/main" id="{0688FEF9-186B-EC7F-9BB9-28039CA39E05}"/>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0B84F497-1EE6-5A61-3451-563D1E04AD8E}"/>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3308110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A862C00-0F60-32F9-3151-7FD1EB927BC7}"/>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그림 개체 틀 2">
            <a:extLst>
              <a:ext uri="{FF2B5EF4-FFF2-40B4-BE49-F238E27FC236}">
                <a16:creationId xmlns:a16="http://schemas.microsoft.com/office/drawing/2014/main" id="{FCD89BF4-B018-64E1-B2B4-D76E4CD0F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ko-KR" altLang="en-US"/>
          </a:p>
        </p:txBody>
      </p:sp>
      <p:sp>
        <p:nvSpPr>
          <p:cNvPr id="4" name="텍스트 개체 틀 3">
            <a:extLst>
              <a:ext uri="{FF2B5EF4-FFF2-40B4-BE49-F238E27FC236}">
                <a16:creationId xmlns:a16="http://schemas.microsoft.com/office/drawing/2014/main" id="{99BA04CE-5738-A134-E713-331CC51B5B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19C45CE1-0FDA-2CA1-B40A-0A9D063220F3}"/>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6" name="바닥글 개체 틀 5">
            <a:extLst>
              <a:ext uri="{FF2B5EF4-FFF2-40B4-BE49-F238E27FC236}">
                <a16:creationId xmlns:a16="http://schemas.microsoft.com/office/drawing/2014/main" id="{FB45AEFA-85A0-4C1D-1864-BE4D7DEA1756}"/>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AF2FF069-2F44-C83B-DCB0-F6BD9CE72898}"/>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1192998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B64069-34F6-A54B-5E1C-020AD82284B0}"/>
              </a:ext>
            </a:extLst>
          </p:cNvPr>
          <p:cNvSpPr>
            <a:spLocks noGrp="1"/>
          </p:cNvSpPr>
          <p:nvPr>
            <p:ph type="title"/>
          </p:nvPr>
        </p:nvSpPr>
        <p:spPr/>
        <p:txBody>
          <a:bodyPr/>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14F575FF-4B28-1EE2-52BC-687FA46930DB}"/>
              </a:ext>
            </a:extLst>
          </p:cNvPr>
          <p:cNvSpPr>
            <a:spLocks noGrp="1"/>
          </p:cNvSpPr>
          <p:nvPr>
            <p:ph type="body" orient="vert" idx="1"/>
          </p:nvPr>
        </p:nvSpPr>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1D96FEB5-BC28-D4A5-405F-2529F6C0ECFE}"/>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5" name="바닥글 개체 틀 4">
            <a:extLst>
              <a:ext uri="{FF2B5EF4-FFF2-40B4-BE49-F238E27FC236}">
                <a16:creationId xmlns:a16="http://schemas.microsoft.com/office/drawing/2014/main" id="{650FE8E1-B198-A1CC-97F4-79D0EACC43E2}"/>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261E25F7-8F77-8EED-FE7D-AE69C44D6272}"/>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35552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E902CA8-DFD7-1BF8-48DB-4FCFB241953E}"/>
              </a:ext>
            </a:extLst>
          </p:cNvPr>
          <p:cNvSpPr>
            <a:spLocks noGrp="1"/>
          </p:cNvSpPr>
          <p:nvPr>
            <p:ph type="title" orient="vert"/>
          </p:nvPr>
        </p:nvSpPr>
        <p:spPr>
          <a:xfrm>
            <a:off x="8724900" y="365125"/>
            <a:ext cx="2628900" cy="5811838"/>
          </a:xfrm>
        </p:spPr>
        <p:txBody>
          <a:bodyPr vert="eaVert"/>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4F19931B-CCF8-20F1-2F9E-B14AD89F1AF1}"/>
              </a:ext>
            </a:extLst>
          </p:cNvPr>
          <p:cNvSpPr>
            <a:spLocks noGrp="1"/>
          </p:cNvSpPr>
          <p:nvPr>
            <p:ph type="body" orient="vert" idx="1"/>
          </p:nvPr>
        </p:nvSpPr>
        <p:spPr>
          <a:xfrm>
            <a:off x="838200" y="365125"/>
            <a:ext cx="7734300" cy="5811838"/>
          </a:xfrm>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4114D462-D99A-866B-551C-03A5B799EDCD}"/>
              </a:ext>
            </a:extLst>
          </p:cNvPr>
          <p:cNvSpPr>
            <a:spLocks noGrp="1"/>
          </p:cNvSpPr>
          <p:nvPr>
            <p:ph type="dt" sz="half" idx="10"/>
          </p:nvPr>
        </p:nvSpPr>
        <p:spPr/>
        <p:txBody>
          <a:bodyPr/>
          <a:lstStyle/>
          <a:p>
            <a:fld id="{495B8BAF-E516-0147-A0D2-12A93C132EC7}" type="datetimeFigureOut">
              <a:rPr kumimoji="1" lang="ko-KR" altLang="en-US" smtClean="0"/>
              <a:t>2025. 9. 25.</a:t>
            </a:fld>
            <a:endParaRPr kumimoji="1" lang="ko-KR" altLang="en-US"/>
          </a:p>
        </p:txBody>
      </p:sp>
      <p:sp>
        <p:nvSpPr>
          <p:cNvPr id="5" name="바닥글 개체 틀 4">
            <a:extLst>
              <a:ext uri="{FF2B5EF4-FFF2-40B4-BE49-F238E27FC236}">
                <a16:creationId xmlns:a16="http://schemas.microsoft.com/office/drawing/2014/main" id="{6445C556-751C-25B9-165D-5CDD6DC79A4C}"/>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A582B203-B18E-CC87-078F-023164EF94F9}"/>
              </a:ext>
            </a:extLst>
          </p:cNvPr>
          <p:cNvSpPr>
            <a:spLocks noGrp="1"/>
          </p:cNvSpPr>
          <p:nvPr>
            <p:ph type="sldNum" sz="quarter" idx="12"/>
          </p:nvPr>
        </p:nvSpPr>
        <p:spPr/>
        <p:txBody>
          <a:body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2192503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F83B639-EBEF-AB9D-D21D-A700DA4B2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82854A09-25F2-6139-F730-1B4747FA4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0EC28227-509C-C79A-DBFD-8A31A450D5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B8BAF-E516-0147-A0D2-12A93C132EC7}" type="datetimeFigureOut">
              <a:rPr kumimoji="1" lang="ko-KR" altLang="en-US" smtClean="0"/>
              <a:t>2025. 9. 25.</a:t>
            </a:fld>
            <a:endParaRPr kumimoji="1" lang="ko-KR" altLang="en-US"/>
          </a:p>
        </p:txBody>
      </p:sp>
      <p:sp>
        <p:nvSpPr>
          <p:cNvPr id="5" name="바닥글 개체 틀 4">
            <a:extLst>
              <a:ext uri="{FF2B5EF4-FFF2-40B4-BE49-F238E27FC236}">
                <a16:creationId xmlns:a16="http://schemas.microsoft.com/office/drawing/2014/main" id="{99A2BEB6-DAB7-E244-DDE5-98006A29C2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ko-KR" altLang="en-US"/>
          </a:p>
        </p:txBody>
      </p:sp>
      <p:sp>
        <p:nvSpPr>
          <p:cNvPr id="6" name="슬라이드 번호 개체 틀 5">
            <a:extLst>
              <a:ext uri="{FF2B5EF4-FFF2-40B4-BE49-F238E27FC236}">
                <a16:creationId xmlns:a16="http://schemas.microsoft.com/office/drawing/2014/main" id="{DB0B8B2C-7409-CDA0-DBD5-B822A1BC7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4E0630A-66FB-704C-BA6F-827E3D81A343}" type="slidenum">
              <a:rPr kumimoji="1" lang="ko-KR" altLang="en-US" smtClean="0"/>
              <a:t>‹#›</a:t>
            </a:fld>
            <a:endParaRPr kumimoji="1" lang="ko-KR" altLang="en-US"/>
          </a:p>
        </p:txBody>
      </p:sp>
    </p:spTree>
    <p:extLst>
      <p:ext uri="{BB962C8B-B14F-4D97-AF65-F5344CB8AC3E}">
        <p14:creationId xmlns:p14="http://schemas.microsoft.com/office/powerpoint/2010/main" val="2507946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FF03A9-5395-844A-FE3F-BD7F752DEEAB}"/>
              </a:ext>
            </a:extLst>
          </p:cNvPr>
          <p:cNvSpPr>
            <a:spLocks noGrp="1"/>
          </p:cNvSpPr>
          <p:nvPr>
            <p:ph type="ctrTitle"/>
          </p:nvPr>
        </p:nvSpPr>
        <p:spPr/>
        <p:txBody>
          <a:bodyPr/>
          <a:lstStyle/>
          <a:p>
            <a:endParaRPr kumimoji="1" lang="ko-KR" altLang="en-US"/>
          </a:p>
        </p:txBody>
      </p:sp>
      <p:sp>
        <p:nvSpPr>
          <p:cNvPr id="3" name="부제목 2">
            <a:extLst>
              <a:ext uri="{FF2B5EF4-FFF2-40B4-BE49-F238E27FC236}">
                <a16:creationId xmlns:a16="http://schemas.microsoft.com/office/drawing/2014/main" id="{4A4E9ADC-58E8-EE03-E43E-92AF331330CE}"/>
              </a:ext>
            </a:extLst>
          </p:cNvPr>
          <p:cNvSpPr>
            <a:spLocks noGrp="1"/>
          </p:cNvSpPr>
          <p:nvPr>
            <p:ph type="subTitle" idx="1"/>
          </p:nvPr>
        </p:nvSpPr>
        <p:spPr/>
        <p:txBody>
          <a:bodyPr/>
          <a:lstStyle/>
          <a:p>
            <a:endParaRPr kumimoji="1" lang="ko-KR" altLang="en-US"/>
          </a:p>
        </p:txBody>
      </p:sp>
    </p:spTree>
    <p:extLst>
      <p:ext uri="{BB962C8B-B14F-4D97-AF65-F5344CB8AC3E}">
        <p14:creationId xmlns:p14="http://schemas.microsoft.com/office/powerpoint/2010/main" val="2465642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B067F5-9AD6-2D8B-0677-EB07D66918D8}"/>
              </a:ext>
            </a:extLst>
          </p:cNvPr>
          <p:cNvSpPr>
            <a:spLocks noGrp="1"/>
          </p:cNvSpPr>
          <p:nvPr>
            <p:ph type="title"/>
          </p:nvPr>
        </p:nvSpPr>
        <p:spPr/>
        <p:txBody>
          <a:bodyPr/>
          <a:lstStyle/>
          <a:p>
            <a:r>
              <a:rPr lang="en-US" altLang="ko-KR" dirty="0"/>
              <a:t>Get Started with Git</a:t>
            </a:r>
            <a:endParaRPr kumimoji="1" lang="ko-KR" altLang="en-US" dirty="0"/>
          </a:p>
        </p:txBody>
      </p:sp>
      <p:pic>
        <p:nvPicPr>
          <p:cNvPr id="15" name="내용 개체 틀 14" descr="텍스트, 화이트, 직사각형, 스크린샷이(가) 표시된 사진&#10;&#10;AI 생성 콘텐츠는 정확하지 않을 수 있습니다.">
            <a:extLst>
              <a:ext uri="{FF2B5EF4-FFF2-40B4-BE49-F238E27FC236}">
                <a16:creationId xmlns:a16="http://schemas.microsoft.com/office/drawing/2014/main" id="{6D480EF0-AE36-9FD6-C2EC-2FFC3B905130}"/>
              </a:ext>
            </a:extLst>
          </p:cNvPr>
          <p:cNvPicPr>
            <a:picLocks noGrp="1" noChangeAspect="1"/>
          </p:cNvPicPr>
          <p:nvPr>
            <p:ph idx="1"/>
          </p:nvPr>
        </p:nvPicPr>
        <p:blipFill>
          <a:blip r:embed="rId2"/>
          <a:stretch>
            <a:fillRect/>
          </a:stretch>
        </p:blipFill>
        <p:spPr>
          <a:xfrm>
            <a:off x="837989" y="1690688"/>
            <a:ext cx="7772400" cy="1090295"/>
          </a:xfrm>
        </p:spPr>
      </p:pic>
      <p:sp>
        <p:nvSpPr>
          <p:cNvPr id="20" name="TextBox 19">
            <a:extLst>
              <a:ext uri="{FF2B5EF4-FFF2-40B4-BE49-F238E27FC236}">
                <a16:creationId xmlns:a16="http://schemas.microsoft.com/office/drawing/2014/main" id="{105AFEDD-1A29-04EE-D326-7204734970D4}"/>
              </a:ext>
            </a:extLst>
          </p:cNvPr>
          <p:cNvSpPr txBox="1"/>
          <p:nvPr/>
        </p:nvSpPr>
        <p:spPr>
          <a:xfrm>
            <a:off x="837989" y="3016251"/>
            <a:ext cx="10515600" cy="646331"/>
          </a:xfrm>
          <a:prstGeom prst="rect">
            <a:avLst/>
          </a:prstGeom>
          <a:noFill/>
        </p:spPr>
        <p:txBody>
          <a:bodyPr wrap="square" rtlCol="0">
            <a:spAutoFit/>
          </a:bodyPr>
          <a:lstStyle/>
          <a:p>
            <a:r>
              <a:rPr lang="en-US" altLang="ko-KR" dirty="0"/>
              <a:t>:</a:t>
            </a:r>
            <a:r>
              <a:rPr lang="ko-KR" altLang="en-US" dirty="0"/>
              <a:t> </a:t>
            </a:r>
            <a:r>
              <a:rPr lang="en-US" altLang="ko-KR" dirty="0"/>
              <a:t>initializes the current directory as an empty Git repository. </a:t>
            </a:r>
          </a:p>
          <a:p>
            <a:r>
              <a:rPr lang="en-US" altLang="ko-KR" dirty="0"/>
              <a:t>:</a:t>
            </a:r>
            <a:r>
              <a:rPr lang="ko-KR" altLang="en-US" dirty="0"/>
              <a:t> </a:t>
            </a:r>
            <a:r>
              <a:rPr lang="en-US" altLang="ko-KR" dirty="0"/>
              <a:t>This command is the very first step to start using Git for version control in your project folder.</a:t>
            </a:r>
            <a:endParaRPr kumimoji="1" lang="ko-KR" altLang="en-US" dirty="0"/>
          </a:p>
        </p:txBody>
      </p:sp>
    </p:spTree>
    <p:extLst>
      <p:ext uri="{BB962C8B-B14F-4D97-AF65-F5344CB8AC3E}">
        <p14:creationId xmlns:p14="http://schemas.microsoft.com/office/powerpoint/2010/main" val="1510696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7A6E5C7-02D1-D104-CA78-8E8E92AB7B58}"/>
              </a:ext>
            </a:extLst>
          </p:cNvPr>
          <p:cNvSpPr>
            <a:spLocks noGrp="1"/>
          </p:cNvSpPr>
          <p:nvPr>
            <p:ph type="title"/>
          </p:nvPr>
        </p:nvSpPr>
        <p:spPr/>
        <p:txBody>
          <a:bodyPr/>
          <a:lstStyle/>
          <a:p>
            <a:r>
              <a:rPr lang="en-US" altLang="ko-KR" dirty="0"/>
              <a:t>Get Started with Git</a:t>
            </a:r>
            <a:endParaRPr kumimoji="1" lang="ko-KR" altLang="en-US" dirty="0"/>
          </a:p>
        </p:txBody>
      </p:sp>
      <p:pic>
        <p:nvPicPr>
          <p:cNvPr id="4" name="그림 3">
            <a:extLst>
              <a:ext uri="{FF2B5EF4-FFF2-40B4-BE49-F238E27FC236}">
                <a16:creationId xmlns:a16="http://schemas.microsoft.com/office/drawing/2014/main" id="{7CC46693-DB06-6423-FBD6-31533D79E556}"/>
              </a:ext>
            </a:extLst>
          </p:cNvPr>
          <p:cNvPicPr>
            <a:picLocks noChangeAspect="1"/>
          </p:cNvPicPr>
          <p:nvPr/>
        </p:nvPicPr>
        <p:blipFill>
          <a:blip r:embed="rId2"/>
          <a:stretch>
            <a:fillRect/>
          </a:stretch>
        </p:blipFill>
        <p:spPr>
          <a:xfrm>
            <a:off x="838200" y="1690688"/>
            <a:ext cx="7772400" cy="2121713"/>
          </a:xfrm>
          <a:prstGeom prst="rect">
            <a:avLst/>
          </a:prstGeom>
        </p:spPr>
      </p:pic>
      <p:sp>
        <p:nvSpPr>
          <p:cNvPr id="9" name="TextBox 8">
            <a:extLst>
              <a:ext uri="{FF2B5EF4-FFF2-40B4-BE49-F238E27FC236}">
                <a16:creationId xmlns:a16="http://schemas.microsoft.com/office/drawing/2014/main" id="{87D3D456-86EF-4B12-C6AA-35ABE2D6D6AC}"/>
              </a:ext>
            </a:extLst>
          </p:cNvPr>
          <p:cNvSpPr txBox="1"/>
          <p:nvPr/>
        </p:nvSpPr>
        <p:spPr>
          <a:xfrm>
            <a:off x="838200" y="4015946"/>
            <a:ext cx="10408170" cy="646331"/>
          </a:xfrm>
          <a:prstGeom prst="rect">
            <a:avLst/>
          </a:prstGeom>
          <a:noFill/>
        </p:spPr>
        <p:txBody>
          <a:bodyPr wrap="none" rtlCol="0">
            <a:spAutoFit/>
          </a:bodyPr>
          <a:lstStyle/>
          <a:p>
            <a:r>
              <a:rPr lang="en-US" altLang="ko-KR" dirty="0"/>
              <a:t>This command stages </a:t>
            </a:r>
            <a:r>
              <a:rPr lang="en-US" altLang="ko-KR" b="1" dirty="0"/>
              <a:t>all new and modified files</a:t>
            </a:r>
            <a:r>
              <a:rPr lang="en-US" altLang="ko-KR" dirty="0"/>
              <a:t> in the current directory and its subdirectories. </a:t>
            </a:r>
          </a:p>
          <a:p>
            <a:r>
              <a:rPr lang="en-US" altLang="ko-KR" dirty="0"/>
              <a:t>It's a quick way to prepare all your changes for the next commit.</a:t>
            </a:r>
            <a:endParaRPr kumimoji="1" lang="ko-KR" altLang="en-US" dirty="0"/>
          </a:p>
        </p:txBody>
      </p:sp>
      <p:sp>
        <p:nvSpPr>
          <p:cNvPr id="10" name="TextBox 9">
            <a:extLst>
              <a:ext uri="{FF2B5EF4-FFF2-40B4-BE49-F238E27FC236}">
                <a16:creationId xmlns:a16="http://schemas.microsoft.com/office/drawing/2014/main" id="{9BB062BF-7BB2-7700-E037-3A5DBDE38F20}"/>
              </a:ext>
            </a:extLst>
          </p:cNvPr>
          <p:cNvSpPr txBox="1"/>
          <p:nvPr/>
        </p:nvSpPr>
        <p:spPr>
          <a:xfrm>
            <a:off x="838200" y="4865822"/>
            <a:ext cx="14702166" cy="646331"/>
          </a:xfrm>
          <a:prstGeom prst="rect">
            <a:avLst/>
          </a:prstGeom>
          <a:noFill/>
        </p:spPr>
        <p:txBody>
          <a:bodyPr wrap="none" rtlCol="0">
            <a:spAutoFit/>
          </a:bodyPr>
          <a:lstStyle/>
          <a:p>
            <a:r>
              <a:rPr lang="en-US" altLang="ko-KR" dirty="0"/>
              <a:t>This command stages a </a:t>
            </a:r>
            <a:r>
              <a:rPr lang="en-US" altLang="ko-KR" b="1" dirty="0"/>
              <a:t>specific file</a:t>
            </a:r>
            <a:r>
              <a:rPr lang="en-US" altLang="ko-KR" dirty="0"/>
              <a:t> for a commit. </a:t>
            </a:r>
          </a:p>
          <a:p>
            <a:r>
              <a:rPr lang="en-US" altLang="ko-KR" dirty="0"/>
              <a:t>It allows you to select exactly which changes you want to include, giving you more precise control over what goes into your next version.</a:t>
            </a:r>
            <a:endParaRPr kumimoji="1" lang="ko-KR" altLang="en-US" dirty="0"/>
          </a:p>
        </p:txBody>
      </p:sp>
    </p:spTree>
    <p:extLst>
      <p:ext uri="{BB962C8B-B14F-4D97-AF65-F5344CB8AC3E}">
        <p14:creationId xmlns:p14="http://schemas.microsoft.com/office/powerpoint/2010/main" val="1555148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5931BC3-6F26-17DE-B5CF-3406790C41F5}"/>
              </a:ext>
            </a:extLst>
          </p:cNvPr>
          <p:cNvSpPr>
            <a:spLocks noGrp="1"/>
          </p:cNvSpPr>
          <p:nvPr>
            <p:ph type="title"/>
          </p:nvPr>
        </p:nvSpPr>
        <p:spPr/>
        <p:txBody>
          <a:bodyPr/>
          <a:lstStyle/>
          <a:p>
            <a:r>
              <a:rPr lang="en-US" altLang="ko-KR" dirty="0"/>
              <a:t>Get Started with Git</a:t>
            </a:r>
            <a:endParaRPr kumimoji="1" lang="ko-KR" altLang="en-US" dirty="0"/>
          </a:p>
        </p:txBody>
      </p:sp>
      <p:pic>
        <p:nvPicPr>
          <p:cNvPr id="8" name="내용 개체 틀 4" descr="텍스트, 스크린샷, 화이트, 폰트이(가) 표시된 사진&#10;&#10;AI 생성 콘텐츠는 정확하지 않을 수 있습니다.">
            <a:extLst>
              <a:ext uri="{FF2B5EF4-FFF2-40B4-BE49-F238E27FC236}">
                <a16:creationId xmlns:a16="http://schemas.microsoft.com/office/drawing/2014/main" id="{A3D2E21E-A31F-3263-BA1B-0CF6C470D74D}"/>
              </a:ext>
            </a:extLst>
          </p:cNvPr>
          <p:cNvPicPr>
            <a:picLocks noChangeAspect="1"/>
          </p:cNvPicPr>
          <p:nvPr/>
        </p:nvPicPr>
        <p:blipFill>
          <a:blip r:embed="rId2"/>
          <a:stretch>
            <a:fillRect/>
          </a:stretch>
        </p:blipFill>
        <p:spPr>
          <a:xfrm>
            <a:off x="838200" y="1690688"/>
            <a:ext cx="7772400" cy="1084271"/>
          </a:xfrm>
          <a:prstGeom prst="rect">
            <a:avLst/>
          </a:prstGeom>
        </p:spPr>
      </p:pic>
      <p:sp>
        <p:nvSpPr>
          <p:cNvPr id="10" name="TextBox 9">
            <a:extLst>
              <a:ext uri="{FF2B5EF4-FFF2-40B4-BE49-F238E27FC236}">
                <a16:creationId xmlns:a16="http://schemas.microsoft.com/office/drawing/2014/main" id="{5111A91D-3474-00BD-F407-F4E55334E609}"/>
              </a:ext>
            </a:extLst>
          </p:cNvPr>
          <p:cNvSpPr txBox="1"/>
          <p:nvPr/>
        </p:nvSpPr>
        <p:spPr>
          <a:xfrm>
            <a:off x="158578" y="3429000"/>
            <a:ext cx="12150057" cy="646331"/>
          </a:xfrm>
          <a:prstGeom prst="rect">
            <a:avLst/>
          </a:prstGeom>
          <a:noFill/>
        </p:spPr>
        <p:txBody>
          <a:bodyPr wrap="none" rtlCol="0">
            <a:spAutoFit/>
          </a:bodyPr>
          <a:lstStyle/>
          <a:p>
            <a:r>
              <a:rPr lang="en-US" altLang="ko-KR" dirty="0"/>
              <a:t>This command saves all the changes you've previously added to the staging area as a new version. </a:t>
            </a:r>
          </a:p>
          <a:p>
            <a:r>
              <a:rPr lang="en-US" altLang="ko-KR" dirty="0"/>
              <a:t>The -m flag allows you to directly write a concise message, which acts as a brief, descriptive log for your commit.</a:t>
            </a:r>
            <a:endParaRPr kumimoji="1" lang="ko-KR" altLang="en-US" dirty="0"/>
          </a:p>
        </p:txBody>
      </p:sp>
    </p:spTree>
    <p:extLst>
      <p:ext uri="{BB962C8B-B14F-4D97-AF65-F5344CB8AC3E}">
        <p14:creationId xmlns:p14="http://schemas.microsoft.com/office/powerpoint/2010/main" val="10410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60EACF-3CAA-AC95-D322-1AA0465499E5}"/>
              </a:ext>
            </a:extLst>
          </p:cNvPr>
          <p:cNvSpPr>
            <a:spLocks noGrp="1"/>
          </p:cNvSpPr>
          <p:nvPr>
            <p:ph type="title"/>
          </p:nvPr>
        </p:nvSpPr>
        <p:spPr/>
        <p:txBody>
          <a:bodyPr/>
          <a:lstStyle/>
          <a:p>
            <a:r>
              <a:rPr lang="en-US" altLang="ko-KR" dirty="0"/>
              <a:t>Get Started with Git</a:t>
            </a:r>
            <a:endParaRPr kumimoji="1" lang="ko-KR" altLang="en-US" dirty="0"/>
          </a:p>
        </p:txBody>
      </p:sp>
      <p:pic>
        <p:nvPicPr>
          <p:cNvPr id="13" name="그림 12" descr="스크린샷이(가) 표시된 사진&#10;&#10;AI 생성 콘텐츠는 정확하지 않을 수 있습니다.">
            <a:extLst>
              <a:ext uri="{FF2B5EF4-FFF2-40B4-BE49-F238E27FC236}">
                <a16:creationId xmlns:a16="http://schemas.microsoft.com/office/drawing/2014/main" id="{3E842CFB-3BAA-B4B9-0C63-FC959C0D5152}"/>
              </a:ext>
            </a:extLst>
          </p:cNvPr>
          <p:cNvPicPr>
            <a:picLocks noChangeAspect="1"/>
          </p:cNvPicPr>
          <p:nvPr/>
        </p:nvPicPr>
        <p:blipFill>
          <a:blip r:embed="rId2"/>
          <a:srcRect r="7034"/>
          <a:stretch>
            <a:fillRect/>
          </a:stretch>
        </p:blipFill>
        <p:spPr>
          <a:xfrm>
            <a:off x="838200" y="2116906"/>
            <a:ext cx="10746809" cy="3378596"/>
          </a:xfrm>
          <a:prstGeom prst="rect">
            <a:avLst/>
          </a:prstGeom>
        </p:spPr>
      </p:pic>
      <p:pic>
        <p:nvPicPr>
          <p:cNvPr id="11" name="그림 10" descr="텍스트, 소프트웨어, 멀티미디어 소프트웨어, 컴퓨터 아이콘이(가) 표시된 사진&#10;&#10;AI 생성 콘텐츠는 정확하지 않을 수 있습니다.">
            <a:extLst>
              <a:ext uri="{FF2B5EF4-FFF2-40B4-BE49-F238E27FC236}">
                <a16:creationId xmlns:a16="http://schemas.microsoft.com/office/drawing/2014/main" id="{0C1F4874-5AB1-ADE2-3C64-C41E9C5F6AF8}"/>
              </a:ext>
            </a:extLst>
          </p:cNvPr>
          <p:cNvPicPr>
            <a:picLocks noChangeAspect="1"/>
          </p:cNvPicPr>
          <p:nvPr/>
        </p:nvPicPr>
        <p:blipFill>
          <a:blip r:embed="rId3"/>
          <a:stretch>
            <a:fillRect/>
          </a:stretch>
        </p:blipFill>
        <p:spPr>
          <a:xfrm>
            <a:off x="838199" y="5052564"/>
            <a:ext cx="10746809" cy="1738312"/>
          </a:xfrm>
          <a:prstGeom prst="rect">
            <a:avLst/>
          </a:prstGeom>
        </p:spPr>
      </p:pic>
    </p:spTree>
    <p:extLst>
      <p:ext uri="{BB962C8B-B14F-4D97-AF65-F5344CB8AC3E}">
        <p14:creationId xmlns:p14="http://schemas.microsoft.com/office/powerpoint/2010/main" val="1289742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F25810-22A2-680C-1905-8DFC16BC54CD}"/>
              </a:ext>
            </a:extLst>
          </p:cNvPr>
          <p:cNvSpPr>
            <a:spLocks noGrp="1"/>
          </p:cNvSpPr>
          <p:nvPr>
            <p:ph type="title"/>
          </p:nvPr>
        </p:nvSpPr>
        <p:spPr/>
        <p:txBody>
          <a:bodyPr/>
          <a:lstStyle/>
          <a:p>
            <a:r>
              <a:rPr lang="en-US" altLang="ko-KR" dirty="0"/>
              <a:t>Connect to GitHub</a:t>
            </a:r>
            <a:endParaRPr kumimoji="1" lang="ko-KR" altLang="en-US" dirty="0"/>
          </a:p>
        </p:txBody>
      </p:sp>
      <p:sp>
        <p:nvSpPr>
          <p:cNvPr id="4" name="TextBox 3">
            <a:extLst>
              <a:ext uri="{FF2B5EF4-FFF2-40B4-BE49-F238E27FC236}">
                <a16:creationId xmlns:a16="http://schemas.microsoft.com/office/drawing/2014/main" id="{79F6689B-91E8-3FA5-FE81-E5DA2EF12197}"/>
              </a:ext>
            </a:extLst>
          </p:cNvPr>
          <p:cNvSpPr txBox="1"/>
          <p:nvPr/>
        </p:nvSpPr>
        <p:spPr>
          <a:xfrm>
            <a:off x="405713" y="1816443"/>
            <a:ext cx="7154562" cy="369332"/>
          </a:xfrm>
          <a:prstGeom prst="rect">
            <a:avLst/>
          </a:prstGeom>
          <a:noFill/>
        </p:spPr>
        <p:txBody>
          <a:bodyPr wrap="square" rtlCol="0">
            <a:spAutoFit/>
          </a:bodyPr>
          <a:lstStyle/>
          <a:p>
            <a:r>
              <a:rPr kumimoji="1" lang="en-US" altLang="ko-KR" dirty="0"/>
              <a:t>Creating your own Repository.</a:t>
            </a:r>
            <a:endParaRPr kumimoji="1" lang="ko-KR" altLang="en-US" dirty="0"/>
          </a:p>
        </p:txBody>
      </p:sp>
      <p:pic>
        <p:nvPicPr>
          <p:cNvPr id="5" name="그림 4" descr="텍스트, 스크린샷, 폰트, 번호이(가) 표시된 사진&#10;&#10;AI 생성 콘텐츠는 정확하지 않을 수 있습니다.">
            <a:extLst>
              <a:ext uri="{FF2B5EF4-FFF2-40B4-BE49-F238E27FC236}">
                <a16:creationId xmlns:a16="http://schemas.microsoft.com/office/drawing/2014/main" id="{8BEFF926-4B4C-12A5-4180-0730F511497E}"/>
              </a:ext>
            </a:extLst>
          </p:cNvPr>
          <p:cNvPicPr>
            <a:picLocks noChangeAspect="1"/>
          </p:cNvPicPr>
          <p:nvPr/>
        </p:nvPicPr>
        <p:blipFill>
          <a:blip r:embed="rId2"/>
          <a:stretch>
            <a:fillRect/>
          </a:stretch>
        </p:blipFill>
        <p:spPr>
          <a:xfrm>
            <a:off x="405713" y="2311530"/>
            <a:ext cx="5257800" cy="4416338"/>
          </a:xfrm>
          <a:prstGeom prst="rect">
            <a:avLst/>
          </a:prstGeom>
        </p:spPr>
      </p:pic>
      <p:pic>
        <p:nvPicPr>
          <p:cNvPr id="9" name="그림 8" descr="텍스트, 스크린샷, 소프트웨어, 웹 페이지이(가) 표시된 사진&#10;&#10;AI 생성 콘텐츠는 정확하지 않을 수 있습니다.">
            <a:extLst>
              <a:ext uri="{FF2B5EF4-FFF2-40B4-BE49-F238E27FC236}">
                <a16:creationId xmlns:a16="http://schemas.microsoft.com/office/drawing/2014/main" id="{0D61DFB6-7F5A-A19C-E2B4-C6482A325EF6}"/>
              </a:ext>
            </a:extLst>
          </p:cNvPr>
          <p:cNvPicPr>
            <a:picLocks noChangeAspect="1"/>
          </p:cNvPicPr>
          <p:nvPr/>
        </p:nvPicPr>
        <p:blipFill>
          <a:blip r:embed="rId3"/>
          <a:stretch>
            <a:fillRect/>
          </a:stretch>
        </p:blipFill>
        <p:spPr>
          <a:xfrm>
            <a:off x="5762367" y="2311530"/>
            <a:ext cx="6271603" cy="4416338"/>
          </a:xfrm>
          <a:prstGeom prst="rect">
            <a:avLst/>
          </a:prstGeom>
        </p:spPr>
      </p:pic>
    </p:spTree>
    <p:extLst>
      <p:ext uri="{BB962C8B-B14F-4D97-AF65-F5344CB8AC3E}">
        <p14:creationId xmlns:p14="http://schemas.microsoft.com/office/powerpoint/2010/main" val="3041305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68BC29-4568-749E-23BA-869C0CCCAD16}"/>
              </a:ext>
            </a:extLst>
          </p:cNvPr>
          <p:cNvSpPr>
            <a:spLocks noGrp="1"/>
          </p:cNvSpPr>
          <p:nvPr>
            <p:ph type="title"/>
          </p:nvPr>
        </p:nvSpPr>
        <p:spPr/>
        <p:txBody>
          <a:bodyPr/>
          <a:lstStyle/>
          <a:p>
            <a:r>
              <a:rPr lang="en-US" altLang="ko-KR" dirty="0"/>
              <a:t>Connect to GitHub</a:t>
            </a:r>
            <a:endParaRPr kumimoji="1" lang="ko-KR" altLang="en-US" dirty="0"/>
          </a:p>
        </p:txBody>
      </p:sp>
      <p:sp>
        <p:nvSpPr>
          <p:cNvPr id="11" name="TextBox 10">
            <a:extLst>
              <a:ext uri="{FF2B5EF4-FFF2-40B4-BE49-F238E27FC236}">
                <a16:creationId xmlns:a16="http://schemas.microsoft.com/office/drawing/2014/main" id="{808CA1B9-8D86-5F86-EE9E-D83AD3DC74C4}"/>
              </a:ext>
            </a:extLst>
          </p:cNvPr>
          <p:cNvSpPr txBox="1"/>
          <p:nvPr/>
        </p:nvSpPr>
        <p:spPr>
          <a:xfrm>
            <a:off x="653457" y="3172301"/>
            <a:ext cx="11538543" cy="923330"/>
          </a:xfrm>
          <a:prstGeom prst="rect">
            <a:avLst/>
          </a:prstGeom>
          <a:noFill/>
        </p:spPr>
        <p:txBody>
          <a:bodyPr wrap="none" rtlCol="0">
            <a:spAutoFit/>
          </a:bodyPr>
          <a:lstStyle/>
          <a:p>
            <a:r>
              <a:rPr lang="en-US" altLang="ko-KR" dirty="0"/>
              <a:t>This step is crucial because it establishes the link between your computer and the online repository. </a:t>
            </a:r>
          </a:p>
          <a:p>
            <a:r>
              <a:rPr lang="en-US" altLang="ko-KR" dirty="0"/>
              <a:t>It allows you to push your local changes to the remote repository and pull down changes made by others. </a:t>
            </a:r>
          </a:p>
          <a:p>
            <a:r>
              <a:rPr lang="en-US" altLang="ko-KR" dirty="0"/>
              <a:t>It's essentially how you tell your local Git where its online counterpart is located. </a:t>
            </a:r>
            <a:endParaRPr kumimoji="1" lang="ko-KR" altLang="en-US" dirty="0"/>
          </a:p>
        </p:txBody>
      </p:sp>
      <p:pic>
        <p:nvPicPr>
          <p:cNvPr id="15" name="그림 14" descr="텍스트, 스크린샷, 폰트, 화이트이(가) 표시된 사진&#10;&#10;AI 생성 콘텐츠는 정확하지 않을 수 있습니다.">
            <a:extLst>
              <a:ext uri="{FF2B5EF4-FFF2-40B4-BE49-F238E27FC236}">
                <a16:creationId xmlns:a16="http://schemas.microsoft.com/office/drawing/2014/main" id="{396DF8A7-C9C2-6A8D-1791-9917307546AD}"/>
              </a:ext>
            </a:extLst>
          </p:cNvPr>
          <p:cNvPicPr>
            <a:picLocks noChangeAspect="1"/>
          </p:cNvPicPr>
          <p:nvPr/>
        </p:nvPicPr>
        <p:blipFill>
          <a:blip r:embed="rId2"/>
          <a:stretch>
            <a:fillRect/>
          </a:stretch>
        </p:blipFill>
        <p:spPr>
          <a:xfrm>
            <a:off x="838200" y="1690688"/>
            <a:ext cx="7772400" cy="1048571"/>
          </a:xfrm>
          <a:prstGeom prst="rect">
            <a:avLst/>
          </a:prstGeom>
        </p:spPr>
      </p:pic>
      <p:pic>
        <p:nvPicPr>
          <p:cNvPr id="16" name="그림 15" descr="텍스트, 스크린샷, 폰트, 화이트이(가) 표시된 사진&#10;&#10;AI 생성 콘텐츠는 정확하지 않을 수 있습니다.">
            <a:extLst>
              <a:ext uri="{FF2B5EF4-FFF2-40B4-BE49-F238E27FC236}">
                <a16:creationId xmlns:a16="http://schemas.microsoft.com/office/drawing/2014/main" id="{AF76925C-1B7A-6720-8DC3-8B911E488659}"/>
              </a:ext>
            </a:extLst>
          </p:cNvPr>
          <p:cNvPicPr>
            <a:picLocks noChangeAspect="1"/>
          </p:cNvPicPr>
          <p:nvPr/>
        </p:nvPicPr>
        <p:blipFill>
          <a:blip r:embed="rId2"/>
          <a:stretch>
            <a:fillRect/>
          </a:stretch>
        </p:blipFill>
        <p:spPr>
          <a:xfrm>
            <a:off x="990600" y="1843088"/>
            <a:ext cx="7772400" cy="1048571"/>
          </a:xfrm>
          <a:prstGeom prst="rect">
            <a:avLst/>
          </a:prstGeom>
        </p:spPr>
      </p:pic>
    </p:spTree>
    <p:extLst>
      <p:ext uri="{BB962C8B-B14F-4D97-AF65-F5344CB8AC3E}">
        <p14:creationId xmlns:p14="http://schemas.microsoft.com/office/powerpoint/2010/main" val="1473250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F2B03D-AE23-40D9-2C3C-DF82BAFE4E5E}"/>
              </a:ext>
            </a:extLst>
          </p:cNvPr>
          <p:cNvSpPr>
            <a:spLocks noGrp="1"/>
          </p:cNvSpPr>
          <p:nvPr>
            <p:ph type="title"/>
          </p:nvPr>
        </p:nvSpPr>
        <p:spPr/>
        <p:txBody>
          <a:bodyPr/>
          <a:lstStyle/>
          <a:p>
            <a:r>
              <a:rPr lang="en-US" altLang="ko-KR" dirty="0"/>
              <a:t>Connect to GitHub</a:t>
            </a:r>
            <a:endParaRPr kumimoji="1" lang="ko-KR" altLang="en-US" dirty="0"/>
          </a:p>
        </p:txBody>
      </p:sp>
      <p:pic>
        <p:nvPicPr>
          <p:cNvPr id="8" name="그림 7" descr="텍스트, 폰트, 화이트, 스크린샷이(가) 표시된 사진&#10;&#10;AI 생성 콘텐츠는 정확하지 않을 수 있습니다.">
            <a:extLst>
              <a:ext uri="{FF2B5EF4-FFF2-40B4-BE49-F238E27FC236}">
                <a16:creationId xmlns:a16="http://schemas.microsoft.com/office/drawing/2014/main" id="{7525FFA8-2713-6F1E-53DE-3178C0ABD1AA}"/>
              </a:ext>
            </a:extLst>
          </p:cNvPr>
          <p:cNvPicPr>
            <a:picLocks noChangeAspect="1"/>
          </p:cNvPicPr>
          <p:nvPr/>
        </p:nvPicPr>
        <p:blipFill>
          <a:blip r:embed="rId2"/>
          <a:stretch>
            <a:fillRect/>
          </a:stretch>
        </p:blipFill>
        <p:spPr>
          <a:xfrm>
            <a:off x="838200" y="1690688"/>
            <a:ext cx="7772400" cy="1079500"/>
          </a:xfrm>
          <a:prstGeom prst="rect">
            <a:avLst/>
          </a:prstGeom>
        </p:spPr>
      </p:pic>
      <p:sp>
        <p:nvSpPr>
          <p:cNvPr id="14" name="TextBox 13">
            <a:extLst>
              <a:ext uri="{FF2B5EF4-FFF2-40B4-BE49-F238E27FC236}">
                <a16:creationId xmlns:a16="http://schemas.microsoft.com/office/drawing/2014/main" id="{3796FF65-CF7F-D3D9-DD40-08D05D5103E3}"/>
              </a:ext>
            </a:extLst>
          </p:cNvPr>
          <p:cNvSpPr txBox="1"/>
          <p:nvPr/>
        </p:nvSpPr>
        <p:spPr>
          <a:xfrm>
            <a:off x="838200" y="3210650"/>
            <a:ext cx="14967880" cy="1200329"/>
          </a:xfrm>
          <a:prstGeom prst="rect">
            <a:avLst/>
          </a:prstGeom>
          <a:noFill/>
        </p:spPr>
        <p:txBody>
          <a:bodyPr wrap="none" rtlCol="0">
            <a:spAutoFit/>
          </a:bodyPr>
          <a:lstStyle/>
          <a:p>
            <a:r>
              <a:rPr lang="en-US" altLang="ko-KR" dirty="0"/>
              <a:t>This command is how you </a:t>
            </a:r>
            <a:r>
              <a:rPr lang="en-US" altLang="ko-KR" b="1" dirty="0"/>
              <a:t>upload your local changes</a:t>
            </a:r>
            <a:r>
              <a:rPr lang="en-US" altLang="ko-KR" dirty="0"/>
              <a:t> to a remote repository on GitHub. </a:t>
            </a:r>
          </a:p>
          <a:p>
            <a:r>
              <a:rPr lang="en-US" altLang="ko-KR" dirty="0"/>
              <a:t>It's essentially sending your commits from your computer to the cloud.</a:t>
            </a:r>
          </a:p>
          <a:p>
            <a:r>
              <a:rPr lang="en-US" altLang="ko-KR" dirty="0"/>
              <a:t>This step is crucial for sharing your work with a team and backing up your code. </a:t>
            </a:r>
          </a:p>
          <a:p>
            <a:r>
              <a:rPr lang="en-US" altLang="ko-KR" dirty="0"/>
              <a:t>It ensures that your local branch is synchronized with its online counterpart, making it visible to others and safe from local machine failures.</a:t>
            </a:r>
          </a:p>
        </p:txBody>
      </p:sp>
    </p:spTree>
    <p:extLst>
      <p:ext uri="{BB962C8B-B14F-4D97-AF65-F5344CB8AC3E}">
        <p14:creationId xmlns:p14="http://schemas.microsoft.com/office/powerpoint/2010/main" val="2973085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575E89-16ED-A0A1-7241-F0BF3135B517}"/>
              </a:ext>
            </a:extLst>
          </p:cNvPr>
          <p:cNvSpPr>
            <a:spLocks noGrp="1"/>
          </p:cNvSpPr>
          <p:nvPr>
            <p:ph type="title"/>
          </p:nvPr>
        </p:nvSpPr>
        <p:spPr/>
        <p:txBody>
          <a:bodyPr/>
          <a:lstStyle/>
          <a:p>
            <a:r>
              <a:rPr lang="en-US" altLang="ko-KR" dirty="0"/>
              <a:t>Connect to GitHub</a:t>
            </a:r>
            <a:endParaRPr kumimoji="1" lang="ko-KR" altLang="en-US" dirty="0"/>
          </a:p>
        </p:txBody>
      </p:sp>
      <p:sp>
        <p:nvSpPr>
          <p:cNvPr id="9" name="TextBox 8">
            <a:extLst>
              <a:ext uri="{FF2B5EF4-FFF2-40B4-BE49-F238E27FC236}">
                <a16:creationId xmlns:a16="http://schemas.microsoft.com/office/drawing/2014/main" id="{4D85BB31-3929-C6A5-2327-F28DF7E0839C}"/>
              </a:ext>
            </a:extLst>
          </p:cNvPr>
          <p:cNvSpPr txBox="1"/>
          <p:nvPr/>
        </p:nvSpPr>
        <p:spPr>
          <a:xfrm>
            <a:off x="432487" y="3429000"/>
            <a:ext cx="11505457" cy="923330"/>
          </a:xfrm>
          <a:prstGeom prst="rect">
            <a:avLst/>
          </a:prstGeom>
          <a:noFill/>
        </p:spPr>
        <p:txBody>
          <a:bodyPr wrap="none" rtlCol="0">
            <a:spAutoFit/>
          </a:bodyPr>
          <a:lstStyle/>
          <a:p>
            <a:r>
              <a:rPr lang="en-US" altLang="ko-KR" dirty="0"/>
              <a:t>This command is vital for collaboration because it's how you download and sync changes made by others. </a:t>
            </a:r>
          </a:p>
          <a:p>
            <a:r>
              <a:rPr lang="en-US" altLang="ko-KR" dirty="0"/>
              <a:t>When you run git pull, your local branch is updated to reflect the most recent state of the remote branch, </a:t>
            </a:r>
          </a:p>
          <a:p>
            <a:r>
              <a:rPr lang="en-US" altLang="ko-KR" dirty="0"/>
              <a:t>ensuring everyone on the team is working with the same version of the code.</a:t>
            </a:r>
            <a:endParaRPr kumimoji="1" lang="ko-KR" altLang="en-US" dirty="0"/>
          </a:p>
        </p:txBody>
      </p:sp>
      <p:pic>
        <p:nvPicPr>
          <p:cNvPr id="11" name="그림 10" descr="텍스트, 폰트, 스크린샷, 화이트이(가) 표시된 사진&#10;&#10;AI 생성 콘텐츠는 정확하지 않을 수 있습니다.">
            <a:extLst>
              <a:ext uri="{FF2B5EF4-FFF2-40B4-BE49-F238E27FC236}">
                <a16:creationId xmlns:a16="http://schemas.microsoft.com/office/drawing/2014/main" id="{20D3B45A-5EC6-7871-F026-03AC24AADAC5}"/>
              </a:ext>
            </a:extLst>
          </p:cNvPr>
          <p:cNvPicPr>
            <a:picLocks noChangeAspect="1"/>
          </p:cNvPicPr>
          <p:nvPr/>
        </p:nvPicPr>
        <p:blipFill>
          <a:blip r:embed="rId2"/>
          <a:stretch>
            <a:fillRect/>
          </a:stretch>
        </p:blipFill>
        <p:spPr>
          <a:xfrm>
            <a:off x="838200" y="1690688"/>
            <a:ext cx="7772400" cy="1101090"/>
          </a:xfrm>
          <a:prstGeom prst="rect">
            <a:avLst/>
          </a:prstGeom>
        </p:spPr>
      </p:pic>
    </p:spTree>
    <p:extLst>
      <p:ext uri="{BB962C8B-B14F-4D97-AF65-F5344CB8AC3E}">
        <p14:creationId xmlns:p14="http://schemas.microsoft.com/office/powerpoint/2010/main" val="4048830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BCC6F-D678-75B9-1FC7-542A00A0C2A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4D29F7C-0D75-B5E3-D960-E9E66BE6D9B9}"/>
              </a:ext>
            </a:extLst>
          </p:cNvPr>
          <p:cNvSpPr>
            <a:spLocks noGrp="1"/>
          </p:cNvSpPr>
          <p:nvPr>
            <p:ph type="title"/>
          </p:nvPr>
        </p:nvSpPr>
        <p:spPr/>
        <p:txBody>
          <a:bodyPr/>
          <a:lstStyle/>
          <a:p>
            <a:r>
              <a:rPr lang="en-US" altLang="ko-KR" dirty="0"/>
              <a:t>Connect to GitHub</a:t>
            </a:r>
            <a:endParaRPr kumimoji="1" lang="ko-KR" altLang="en-US" dirty="0"/>
          </a:p>
        </p:txBody>
      </p:sp>
      <p:pic>
        <p:nvPicPr>
          <p:cNvPr id="4" name="그림 3" descr="텍스트, 소프트웨어, 멀티미디어 소프트웨어, 스크린샷이(가) 표시된 사진&#10;&#10;AI 생성 콘텐츠는 정확하지 않을 수 있습니다.">
            <a:extLst>
              <a:ext uri="{FF2B5EF4-FFF2-40B4-BE49-F238E27FC236}">
                <a16:creationId xmlns:a16="http://schemas.microsoft.com/office/drawing/2014/main" id="{30942B99-D823-4467-1D74-A140DD0E9C19}"/>
              </a:ext>
            </a:extLst>
          </p:cNvPr>
          <p:cNvPicPr>
            <a:picLocks noChangeAspect="1"/>
          </p:cNvPicPr>
          <p:nvPr/>
        </p:nvPicPr>
        <p:blipFill>
          <a:blip r:embed="rId2"/>
          <a:stretch>
            <a:fillRect/>
          </a:stretch>
        </p:blipFill>
        <p:spPr>
          <a:xfrm>
            <a:off x="700687" y="1575947"/>
            <a:ext cx="10790625" cy="1377730"/>
          </a:xfrm>
          <a:prstGeom prst="rect">
            <a:avLst/>
          </a:prstGeom>
        </p:spPr>
      </p:pic>
      <p:pic>
        <p:nvPicPr>
          <p:cNvPr id="7" name="그림 6" descr="텍스트, 소프트웨어, 스크린샷, 멀티미디어 소프트웨어이(가) 표시된 사진&#10;&#10;AI 생성 콘텐츠는 정확하지 않을 수 있습니다.">
            <a:extLst>
              <a:ext uri="{FF2B5EF4-FFF2-40B4-BE49-F238E27FC236}">
                <a16:creationId xmlns:a16="http://schemas.microsoft.com/office/drawing/2014/main" id="{F0B78786-51AA-D8FE-7EC5-9182F10ACF9D}"/>
              </a:ext>
            </a:extLst>
          </p:cNvPr>
          <p:cNvPicPr>
            <a:picLocks noChangeAspect="1"/>
          </p:cNvPicPr>
          <p:nvPr/>
        </p:nvPicPr>
        <p:blipFill>
          <a:blip r:embed="rId3"/>
          <a:stretch>
            <a:fillRect/>
          </a:stretch>
        </p:blipFill>
        <p:spPr>
          <a:xfrm>
            <a:off x="700686" y="3077972"/>
            <a:ext cx="10790625" cy="1652704"/>
          </a:xfrm>
          <a:prstGeom prst="rect">
            <a:avLst/>
          </a:prstGeom>
        </p:spPr>
      </p:pic>
    </p:spTree>
    <p:extLst>
      <p:ext uri="{BB962C8B-B14F-4D97-AF65-F5344CB8AC3E}">
        <p14:creationId xmlns:p14="http://schemas.microsoft.com/office/powerpoint/2010/main" val="3360079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20F5A-65C6-84B7-93C3-5DA84C947EE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FA85ED4-4DF5-96B9-6A9E-D3AFF08E9776}"/>
              </a:ext>
            </a:extLst>
          </p:cNvPr>
          <p:cNvSpPr>
            <a:spLocks noGrp="1"/>
          </p:cNvSpPr>
          <p:nvPr>
            <p:ph type="title"/>
          </p:nvPr>
        </p:nvSpPr>
        <p:spPr/>
        <p:txBody>
          <a:bodyPr/>
          <a:lstStyle/>
          <a:p>
            <a:r>
              <a:rPr lang="en-US" altLang="ko-KR" dirty="0"/>
              <a:t>Connect to GitHub</a:t>
            </a:r>
            <a:endParaRPr kumimoji="1" lang="ko-KR" altLang="en-US" dirty="0"/>
          </a:p>
        </p:txBody>
      </p:sp>
      <p:pic>
        <p:nvPicPr>
          <p:cNvPr id="5" name="그림 4" descr="텍스트, 스크린샷, 폰트, 번호이(가) 표시된 사진&#10;&#10;AI 생성 콘텐츠는 정확하지 않을 수 있습니다.">
            <a:extLst>
              <a:ext uri="{FF2B5EF4-FFF2-40B4-BE49-F238E27FC236}">
                <a16:creationId xmlns:a16="http://schemas.microsoft.com/office/drawing/2014/main" id="{8E234E02-16D6-83D0-07D6-A8E362EAA01B}"/>
              </a:ext>
            </a:extLst>
          </p:cNvPr>
          <p:cNvPicPr>
            <a:picLocks noChangeAspect="1"/>
          </p:cNvPicPr>
          <p:nvPr/>
        </p:nvPicPr>
        <p:blipFill>
          <a:blip r:embed="rId2"/>
          <a:stretch>
            <a:fillRect/>
          </a:stretch>
        </p:blipFill>
        <p:spPr>
          <a:xfrm>
            <a:off x="755681" y="1690688"/>
            <a:ext cx="10680637" cy="4549474"/>
          </a:xfrm>
          <a:prstGeom prst="rect">
            <a:avLst/>
          </a:prstGeom>
        </p:spPr>
      </p:pic>
      <p:pic>
        <p:nvPicPr>
          <p:cNvPr id="10" name="그림 9" descr="텍스트, 스크린샷, 폰트, 번호이(가) 표시된 사진&#10;&#10;AI 생성 콘텐츠는 정확하지 않을 수 있습니다.">
            <a:extLst>
              <a:ext uri="{FF2B5EF4-FFF2-40B4-BE49-F238E27FC236}">
                <a16:creationId xmlns:a16="http://schemas.microsoft.com/office/drawing/2014/main" id="{FE8A4923-DF9D-7A39-8AAE-2DEFEE1B5875}"/>
              </a:ext>
            </a:extLst>
          </p:cNvPr>
          <p:cNvPicPr>
            <a:picLocks noChangeAspect="1"/>
          </p:cNvPicPr>
          <p:nvPr/>
        </p:nvPicPr>
        <p:blipFill>
          <a:blip r:embed="rId3"/>
          <a:stretch>
            <a:fillRect/>
          </a:stretch>
        </p:blipFill>
        <p:spPr>
          <a:xfrm>
            <a:off x="6813518" y="4716162"/>
            <a:ext cx="4622800" cy="1524000"/>
          </a:xfrm>
          <a:prstGeom prst="rect">
            <a:avLst/>
          </a:prstGeom>
        </p:spPr>
      </p:pic>
      <p:sp>
        <p:nvSpPr>
          <p:cNvPr id="11" name="직사각형 10">
            <a:extLst>
              <a:ext uri="{FF2B5EF4-FFF2-40B4-BE49-F238E27FC236}">
                <a16:creationId xmlns:a16="http://schemas.microsoft.com/office/drawing/2014/main" id="{C0CB0568-AE56-D429-739C-67D04D048D9B}"/>
              </a:ext>
            </a:extLst>
          </p:cNvPr>
          <p:cNvSpPr/>
          <p:nvPr/>
        </p:nvSpPr>
        <p:spPr>
          <a:xfrm>
            <a:off x="6813518" y="4757351"/>
            <a:ext cx="4622800" cy="132217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2714654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2F653-D400-1FA6-7AEA-CECCD190683E}"/>
            </a:ext>
          </a:extLst>
        </p:cNvPr>
        <p:cNvGrpSpPr/>
        <p:nvPr/>
      </p:nvGrpSpPr>
      <p:grpSpPr>
        <a:xfrm>
          <a:off x="0" y="0"/>
          <a:ext cx="0" cy="0"/>
          <a:chOff x="0" y="0"/>
          <a:chExt cx="0" cy="0"/>
        </a:xfrm>
      </p:grpSpPr>
      <p:pic>
        <p:nvPicPr>
          <p:cNvPr id="7" name="그림 6" descr="텍스트, 스크린샷이(가) 표시된 사진&#10;&#10;AI 생성 콘텐츠는 정확하지 않을 수 있습니다.">
            <a:extLst>
              <a:ext uri="{FF2B5EF4-FFF2-40B4-BE49-F238E27FC236}">
                <a16:creationId xmlns:a16="http://schemas.microsoft.com/office/drawing/2014/main" id="{FAC43D6F-2D2A-2B9C-B50B-E85960388BA4}"/>
              </a:ext>
            </a:extLst>
          </p:cNvPr>
          <p:cNvPicPr>
            <a:picLocks noChangeAspect="1"/>
          </p:cNvPicPr>
          <p:nvPr/>
        </p:nvPicPr>
        <p:blipFill>
          <a:blip r:embed="rId2"/>
          <a:stretch>
            <a:fillRect/>
          </a:stretch>
        </p:blipFill>
        <p:spPr>
          <a:xfrm>
            <a:off x="726490" y="2024321"/>
            <a:ext cx="10627310" cy="3358481"/>
          </a:xfrm>
          <a:prstGeom prst="rect">
            <a:avLst/>
          </a:prstGeom>
        </p:spPr>
      </p:pic>
      <p:sp>
        <p:nvSpPr>
          <p:cNvPr id="2" name="제목 1">
            <a:extLst>
              <a:ext uri="{FF2B5EF4-FFF2-40B4-BE49-F238E27FC236}">
                <a16:creationId xmlns:a16="http://schemas.microsoft.com/office/drawing/2014/main" id="{09C6AA6B-4428-EDF7-A899-821E34B4597C}"/>
              </a:ext>
            </a:extLst>
          </p:cNvPr>
          <p:cNvSpPr>
            <a:spLocks noGrp="1"/>
          </p:cNvSpPr>
          <p:nvPr>
            <p:ph type="title"/>
          </p:nvPr>
        </p:nvSpPr>
        <p:spPr/>
        <p:txBody>
          <a:bodyPr/>
          <a:lstStyle/>
          <a:p>
            <a:r>
              <a:rPr lang="en-US" altLang="ko-KR" dirty="0"/>
              <a:t>Connect to GitHub</a:t>
            </a:r>
            <a:endParaRPr kumimoji="1" lang="ko-KR" altLang="en-US" dirty="0"/>
          </a:p>
        </p:txBody>
      </p:sp>
      <p:pic>
        <p:nvPicPr>
          <p:cNvPr id="4" name="그림 3" descr="텍스트, 소프트웨어, 멀티미디어 소프트웨어, 스크린샷이(가) 표시된 사진&#10;&#10;AI 생성 콘텐츠는 정확하지 않을 수 있습니다.">
            <a:extLst>
              <a:ext uri="{FF2B5EF4-FFF2-40B4-BE49-F238E27FC236}">
                <a16:creationId xmlns:a16="http://schemas.microsoft.com/office/drawing/2014/main" id="{C727B8D8-6681-01AB-142F-3506326011C8}"/>
              </a:ext>
            </a:extLst>
          </p:cNvPr>
          <p:cNvPicPr>
            <a:picLocks noChangeAspect="1"/>
          </p:cNvPicPr>
          <p:nvPr/>
        </p:nvPicPr>
        <p:blipFill>
          <a:blip r:embed="rId3"/>
          <a:stretch>
            <a:fillRect/>
          </a:stretch>
        </p:blipFill>
        <p:spPr>
          <a:xfrm>
            <a:off x="726490" y="4906350"/>
            <a:ext cx="10627310" cy="1620169"/>
          </a:xfrm>
          <a:prstGeom prst="rect">
            <a:avLst/>
          </a:prstGeom>
        </p:spPr>
      </p:pic>
    </p:spTree>
    <p:extLst>
      <p:ext uri="{BB962C8B-B14F-4D97-AF65-F5344CB8AC3E}">
        <p14:creationId xmlns:p14="http://schemas.microsoft.com/office/powerpoint/2010/main" val="1732024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F3EE7A-E6B4-2379-C703-D5C46E9EAF50}"/>
              </a:ext>
            </a:extLst>
          </p:cNvPr>
          <p:cNvSpPr>
            <a:spLocks noGrp="1"/>
          </p:cNvSpPr>
          <p:nvPr>
            <p:ph type="title"/>
          </p:nvPr>
        </p:nvSpPr>
        <p:spPr/>
        <p:txBody>
          <a:bodyPr/>
          <a:lstStyle/>
          <a:p>
            <a:r>
              <a:rPr lang="en-US" altLang="ko-KR" dirty="0"/>
              <a:t>Collaborate with Branches</a:t>
            </a:r>
            <a:endParaRPr kumimoji="1" lang="ko-KR" altLang="en-US" dirty="0"/>
          </a:p>
        </p:txBody>
      </p:sp>
      <p:pic>
        <p:nvPicPr>
          <p:cNvPr id="5" name="내용 개체 틀 4" descr="텍스트, 폰트, 화이트, 스크린샷이(가) 표시된 사진&#10;&#10;AI 생성 콘텐츠는 정확하지 않을 수 있습니다.">
            <a:extLst>
              <a:ext uri="{FF2B5EF4-FFF2-40B4-BE49-F238E27FC236}">
                <a16:creationId xmlns:a16="http://schemas.microsoft.com/office/drawing/2014/main" id="{79FA0BA8-4B3F-55D9-3B52-A7481D29B4BF}"/>
              </a:ext>
            </a:extLst>
          </p:cNvPr>
          <p:cNvPicPr>
            <a:picLocks noGrp="1" noChangeAspect="1"/>
          </p:cNvPicPr>
          <p:nvPr>
            <p:ph idx="1"/>
          </p:nvPr>
        </p:nvPicPr>
        <p:blipFill>
          <a:blip r:embed="rId2"/>
          <a:stretch>
            <a:fillRect/>
          </a:stretch>
        </p:blipFill>
        <p:spPr>
          <a:xfrm>
            <a:off x="838200" y="1690688"/>
            <a:ext cx="7650892" cy="1083876"/>
          </a:xfrm>
        </p:spPr>
      </p:pic>
      <p:sp>
        <p:nvSpPr>
          <p:cNvPr id="7" name="TextBox 6">
            <a:extLst>
              <a:ext uri="{FF2B5EF4-FFF2-40B4-BE49-F238E27FC236}">
                <a16:creationId xmlns:a16="http://schemas.microsoft.com/office/drawing/2014/main" id="{1B77C003-AF95-F9EA-A504-C48BE35A14EF}"/>
              </a:ext>
            </a:extLst>
          </p:cNvPr>
          <p:cNvSpPr txBox="1"/>
          <p:nvPr/>
        </p:nvSpPr>
        <p:spPr>
          <a:xfrm>
            <a:off x="1124465" y="3336324"/>
            <a:ext cx="14600920" cy="1200329"/>
          </a:xfrm>
          <a:prstGeom prst="rect">
            <a:avLst/>
          </a:prstGeom>
          <a:noFill/>
        </p:spPr>
        <p:txBody>
          <a:bodyPr wrap="none" rtlCol="0">
            <a:spAutoFit/>
          </a:bodyPr>
          <a:lstStyle/>
          <a:p>
            <a:r>
              <a:rPr lang="en-US" altLang="ko-KR" dirty="0"/>
              <a:t>This command creates a new branch with the name you specify. </a:t>
            </a:r>
          </a:p>
          <a:p>
            <a:r>
              <a:rPr lang="en-US" altLang="ko-KR" dirty="0"/>
              <a:t>A </a:t>
            </a:r>
            <a:r>
              <a:rPr lang="en-US" altLang="ko-KR" b="1" dirty="0"/>
              <a:t>branch</a:t>
            </a:r>
            <a:r>
              <a:rPr lang="en-US" altLang="ko-KR" dirty="0"/>
              <a:t> is like a separate line of development that allows you to work on new features or bug fixes without affecting the main project.</a:t>
            </a:r>
          </a:p>
          <a:p>
            <a:r>
              <a:rPr lang="en-US" altLang="ko-KR" dirty="0"/>
              <a:t>This is a fundamental step in collaborative projects, as it lets you isolate your changes and keep the main branch clean and stable.</a:t>
            </a:r>
          </a:p>
          <a:p>
            <a:endParaRPr kumimoji="1" lang="ko-KR" altLang="en-US" dirty="0"/>
          </a:p>
        </p:txBody>
      </p:sp>
    </p:spTree>
    <p:extLst>
      <p:ext uri="{BB962C8B-B14F-4D97-AF65-F5344CB8AC3E}">
        <p14:creationId xmlns:p14="http://schemas.microsoft.com/office/powerpoint/2010/main" val="12712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3CF34B-283C-6C29-8DD4-99C1887797E9}"/>
              </a:ext>
            </a:extLst>
          </p:cNvPr>
          <p:cNvSpPr>
            <a:spLocks noGrp="1"/>
          </p:cNvSpPr>
          <p:nvPr>
            <p:ph type="title"/>
          </p:nvPr>
        </p:nvSpPr>
        <p:spPr/>
        <p:txBody>
          <a:bodyPr/>
          <a:lstStyle/>
          <a:p>
            <a:r>
              <a:rPr lang="en-US" altLang="ko-KR" dirty="0"/>
              <a:t>Collaborate with Branches</a:t>
            </a:r>
            <a:endParaRPr kumimoji="1" lang="ko-KR" altLang="en-US" dirty="0"/>
          </a:p>
        </p:txBody>
      </p:sp>
      <p:pic>
        <p:nvPicPr>
          <p:cNvPr id="5" name="내용 개체 틀 4" descr="텍스트, 폰트, 화이트, 스크린샷이(가) 표시된 사진&#10;&#10;AI 생성 콘텐츠는 정확하지 않을 수 있습니다.">
            <a:extLst>
              <a:ext uri="{FF2B5EF4-FFF2-40B4-BE49-F238E27FC236}">
                <a16:creationId xmlns:a16="http://schemas.microsoft.com/office/drawing/2014/main" id="{98A9F7AB-E145-42E9-5B9D-E47390899415}"/>
              </a:ext>
            </a:extLst>
          </p:cNvPr>
          <p:cNvPicPr>
            <a:picLocks noGrp="1" noChangeAspect="1"/>
          </p:cNvPicPr>
          <p:nvPr>
            <p:ph idx="1"/>
          </p:nvPr>
        </p:nvPicPr>
        <p:blipFill>
          <a:blip r:embed="rId2"/>
          <a:stretch>
            <a:fillRect/>
          </a:stretch>
        </p:blipFill>
        <p:spPr>
          <a:xfrm>
            <a:off x="838200" y="1688059"/>
            <a:ext cx="7772400" cy="1078003"/>
          </a:xfrm>
        </p:spPr>
      </p:pic>
      <p:sp>
        <p:nvSpPr>
          <p:cNvPr id="7" name="TextBox 6">
            <a:extLst>
              <a:ext uri="{FF2B5EF4-FFF2-40B4-BE49-F238E27FC236}">
                <a16:creationId xmlns:a16="http://schemas.microsoft.com/office/drawing/2014/main" id="{C4C59D26-DFF9-B98B-1419-95661DD874EB}"/>
              </a:ext>
            </a:extLst>
          </p:cNvPr>
          <p:cNvSpPr txBox="1"/>
          <p:nvPr/>
        </p:nvSpPr>
        <p:spPr>
          <a:xfrm>
            <a:off x="1198605" y="3558746"/>
            <a:ext cx="14007489" cy="1477328"/>
          </a:xfrm>
          <a:prstGeom prst="rect">
            <a:avLst/>
          </a:prstGeom>
          <a:noFill/>
        </p:spPr>
        <p:txBody>
          <a:bodyPr wrap="none" rtlCol="0">
            <a:spAutoFit/>
          </a:bodyPr>
          <a:lstStyle/>
          <a:p>
            <a:r>
              <a:rPr lang="en-US" altLang="ko-KR" dirty="0"/>
              <a:t>This command is used to </a:t>
            </a:r>
            <a:r>
              <a:rPr lang="en-US" altLang="ko-KR" b="1" dirty="0"/>
              <a:t>switch from your current branch to another one</a:t>
            </a:r>
            <a:r>
              <a:rPr lang="en-US" altLang="ko-KR" dirty="0"/>
              <a:t>. </a:t>
            </a:r>
          </a:p>
          <a:p>
            <a:r>
              <a:rPr lang="en-US" altLang="ko-KR" dirty="0"/>
              <a:t>It updates all the files in your working directory to match the version stored in the branch you are moving to.</a:t>
            </a:r>
          </a:p>
          <a:p>
            <a:r>
              <a:rPr lang="en-US" altLang="ko-KR" dirty="0"/>
              <a:t>This is a key step in a branching workflow, as it allows you to easily move between different lines of development. </a:t>
            </a:r>
          </a:p>
          <a:p>
            <a:r>
              <a:rPr lang="en-US" altLang="ko-KR" dirty="0"/>
              <a:t>You can quickly jump to a different feature branch to work on it, or go back to the main branch to see the project's stable version.</a:t>
            </a:r>
          </a:p>
          <a:p>
            <a:endParaRPr kumimoji="1" lang="ko-KR" altLang="en-US" dirty="0"/>
          </a:p>
        </p:txBody>
      </p:sp>
    </p:spTree>
    <p:extLst>
      <p:ext uri="{BB962C8B-B14F-4D97-AF65-F5344CB8AC3E}">
        <p14:creationId xmlns:p14="http://schemas.microsoft.com/office/powerpoint/2010/main" val="3323532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41C2B-BB7E-B1BC-7807-E2A9172C5DE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D4029F5-230F-30F5-6259-F5221BA6DFFF}"/>
              </a:ext>
            </a:extLst>
          </p:cNvPr>
          <p:cNvSpPr>
            <a:spLocks noGrp="1"/>
          </p:cNvSpPr>
          <p:nvPr>
            <p:ph type="title"/>
          </p:nvPr>
        </p:nvSpPr>
        <p:spPr/>
        <p:txBody>
          <a:bodyPr/>
          <a:lstStyle/>
          <a:p>
            <a:r>
              <a:rPr lang="en-US" altLang="ko-KR" dirty="0"/>
              <a:t>Collaborate with Branches</a:t>
            </a:r>
            <a:endParaRPr kumimoji="1" lang="ko-KR" altLang="en-US" dirty="0"/>
          </a:p>
        </p:txBody>
      </p:sp>
      <p:pic>
        <p:nvPicPr>
          <p:cNvPr id="7" name="내용 개체 틀 6" descr="텍스트, 폰트, 화이트, 스크린샷이(가) 표시된 사진&#10;&#10;AI 생성 콘텐츠는 정확하지 않을 수 있습니다.">
            <a:extLst>
              <a:ext uri="{FF2B5EF4-FFF2-40B4-BE49-F238E27FC236}">
                <a16:creationId xmlns:a16="http://schemas.microsoft.com/office/drawing/2014/main" id="{3BD60ABB-010B-1ED7-758C-1D1172CEB930}"/>
              </a:ext>
            </a:extLst>
          </p:cNvPr>
          <p:cNvPicPr>
            <a:picLocks noGrp="1" noChangeAspect="1"/>
          </p:cNvPicPr>
          <p:nvPr>
            <p:ph idx="1"/>
          </p:nvPr>
        </p:nvPicPr>
        <p:blipFill>
          <a:blip r:embed="rId2"/>
          <a:stretch>
            <a:fillRect/>
          </a:stretch>
        </p:blipFill>
        <p:spPr>
          <a:xfrm>
            <a:off x="842319" y="1690688"/>
            <a:ext cx="7772400" cy="1111885"/>
          </a:xfrm>
        </p:spPr>
      </p:pic>
      <p:sp>
        <p:nvSpPr>
          <p:cNvPr id="9" name="TextBox 8">
            <a:extLst>
              <a:ext uri="{FF2B5EF4-FFF2-40B4-BE49-F238E27FC236}">
                <a16:creationId xmlns:a16="http://schemas.microsoft.com/office/drawing/2014/main" id="{2EA097A5-FE1D-9935-82B1-80C13FEC14F6}"/>
              </a:ext>
            </a:extLst>
          </p:cNvPr>
          <p:cNvSpPr txBox="1"/>
          <p:nvPr/>
        </p:nvSpPr>
        <p:spPr>
          <a:xfrm>
            <a:off x="988541" y="3200400"/>
            <a:ext cx="24543963" cy="1477328"/>
          </a:xfrm>
          <a:prstGeom prst="rect">
            <a:avLst/>
          </a:prstGeom>
          <a:noFill/>
        </p:spPr>
        <p:txBody>
          <a:bodyPr wrap="none" rtlCol="0">
            <a:spAutoFit/>
          </a:bodyPr>
          <a:lstStyle/>
          <a:p>
            <a:r>
              <a:rPr lang="en-US" altLang="ko-KR" dirty="0"/>
              <a:t>This command is used to </a:t>
            </a:r>
            <a:r>
              <a:rPr lang="en-US" altLang="ko-KR" b="1" dirty="0"/>
              <a:t>integrate changes from a different branch into your current branch</a:t>
            </a:r>
            <a:r>
              <a:rPr lang="en-US" altLang="ko-KR" dirty="0"/>
              <a:t>. </a:t>
            </a:r>
          </a:p>
          <a:p>
            <a:r>
              <a:rPr lang="en-US" altLang="ko-KR" dirty="0"/>
              <a:t>It combines the separate lines of development back together into a single, unified branch.</a:t>
            </a:r>
          </a:p>
          <a:p>
            <a:r>
              <a:rPr lang="en-US" altLang="ko-KR" dirty="0"/>
              <a:t>This is a critical step in a typical workflow. </a:t>
            </a:r>
          </a:p>
          <a:p>
            <a:r>
              <a:rPr lang="en-US" altLang="ko-KR" dirty="0"/>
              <a:t>After you've finished work on a feature branch, you use this command to merge those changes back into the main project. Git automatically handles combining the changes, though you may need to resolve any conflicts that arise.</a:t>
            </a:r>
          </a:p>
          <a:p>
            <a:endParaRPr kumimoji="1" lang="ko-KR" altLang="en-US" dirty="0"/>
          </a:p>
        </p:txBody>
      </p:sp>
    </p:spTree>
    <p:extLst>
      <p:ext uri="{BB962C8B-B14F-4D97-AF65-F5344CB8AC3E}">
        <p14:creationId xmlns:p14="http://schemas.microsoft.com/office/powerpoint/2010/main" val="3984111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BDEA7-2682-599C-F94D-BDB649BB90B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E665FF2-DD8B-847C-6BB0-DF42CE29C48E}"/>
              </a:ext>
            </a:extLst>
          </p:cNvPr>
          <p:cNvSpPr>
            <a:spLocks noGrp="1"/>
          </p:cNvSpPr>
          <p:nvPr>
            <p:ph type="title"/>
          </p:nvPr>
        </p:nvSpPr>
        <p:spPr/>
        <p:txBody>
          <a:bodyPr/>
          <a:lstStyle/>
          <a:p>
            <a:r>
              <a:rPr lang="en-US" altLang="ko-KR" dirty="0"/>
              <a:t>Collaborate with Branches</a:t>
            </a:r>
            <a:endParaRPr kumimoji="1" lang="ko-KR" altLang="en-US" dirty="0"/>
          </a:p>
        </p:txBody>
      </p:sp>
      <p:pic>
        <p:nvPicPr>
          <p:cNvPr id="10" name="그림 9" descr="스크린샷, 텍스트, 블랙이(가) 표시된 사진&#10;&#10;AI 생성 콘텐츠는 정확하지 않을 수 있습니다.">
            <a:extLst>
              <a:ext uri="{FF2B5EF4-FFF2-40B4-BE49-F238E27FC236}">
                <a16:creationId xmlns:a16="http://schemas.microsoft.com/office/drawing/2014/main" id="{30145DFC-B132-FA85-444E-AD8CD232BE30}"/>
              </a:ext>
            </a:extLst>
          </p:cNvPr>
          <p:cNvPicPr>
            <a:picLocks noChangeAspect="1"/>
          </p:cNvPicPr>
          <p:nvPr/>
        </p:nvPicPr>
        <p:blipFill>
          <a:blip r:embed="rId2"/>
          <a:srcRect r="6765"/>
          <a:stretch>
            <a:fillRect/>
          </a:stretch>
        </p:blipFill>
        <p:spPr>
          <a:xfrm>
            <a:off x="838200" y="2225887"/>
            <a:ext cx="10515600" cy="3545478"/>
          </a:xfrm>
          <a:prstGeom prst="rect">
            <a:avLst/>
          </a:prstGeom>
        </p:spPr>
      </p:pic>
      <p:pic>
        <p:nvPicPr>
          <p:cNvPr id="6" name="내용 개체 틀 5" descr="텍스트, 소프트웨어, 멀티미디어 소프트웨어, 스크린샷이(가) 표시된 사진&#10;&#10;AI 생성 콘텐츠는 정확하지 않을 수 있습니다.">
            <a:extLst>
              <a:ext uri="{FF2B5EF4-FFF2-40B4-BE49-F238E27FC236}">
                <a16:creationId xmlns:a16="http://schemas.microsoft.com/office/drawing/2014/main" id="{8FB15DA3-653A-1486-324B-0F788B494DD9}"/>
              </a:ext>
            </a:extLst>
          </p:cNvPr>
          <p:cNvPicPr>
            <a:picLocks noGrp="1" noChangeAspect="1"/>
          </p:cNvPicPr>
          <p:nvPr>
            <p:ph idx="1"/>
          </p:nvPr>
        </p:nvPicPr>
        <p:blipFill>
          <a:blip r:embed="rId3"/>
          <a:stretch>
            <a:fillRect/>
          </a:stretch>
        </p:blipFill>
        <p:spPr>
          <a:xfrm>
            <a:off x="838200" y="4907584"/>
            <a:ext cx="10515600" cy="1727562"/>
          </a:xfrm>
        </p:spPr>
      </p:pic>
    </p:spTree>
    <p:extLst>
      <p:ext uri="{BB962C8B-B14F-4D97-AF65-F5344CB8AC3E}">
        <p14:creationId xmlns:p14="http://schemas.microsoft.com/office/powerpoint/2010/main" val="4174634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8C863A-F6AC-93B5-4749-A1A1B3A3A527}"/>
              </a:ext>
            </a:extLst>
          </p:cNvPr>
          <p:cNvSpPr>
            <a:spLocks noGrp="1"/>
          </p:cNvSpPr>
          <p:nvPr>
            <p:ph type="title"/>
          </p:nvPr>
        </p:nvSpPr>
        <p:spPr/>
        <p:txBody>
          <a:bodyPr/>
          <a:lstStyle/>
          <a:p>
            <a:r>
              <a:rPr lang="en-US" altLang="ko-KR" dirty="0"/>
              <a:t>Collaborate with Branches</a:t>
            </a:r>
            <a:endParaRPr kumimoji="1" lang="ko-KR" altLang="en-US" dirty="0"/>
          </a:p>
        </p:txBody>
      </p:sp>
      <p:pic>
        <p:nvPicPr>
          <p:cNvPr id="7" name="그림 6" descr="텍스트, 스크린샷, 폰트, 번호이(가) 표시된 사진&#10;&#10;AI 생성 콘텐츠는 정확하지 않을 수 있습니다.">
            <a:extLst>
              <a:ext uri="{FF2B5EF4-FFF2-40B4-BE49-F238E27FC236}">
                <a16:creationId xmlns:a16="http://schemas.microsoft.com/office/drawing/2014/main" id="{BF98E8BA-ED26-DD35-F629-2025C2602F8A}"/>
              </a:ext>
            </a:extLst>
          </p:cNvPr>
          <p:cNvPicPr>
            <a:picLocks noChangeAspect="1"/>
          </p:cNvPicPr>
          <p:nvPr/>
        </p:nvPicPr>
        <p:blipFill>
          <a:blip r:embed="rId2"/>
          <a:stretch>
            <a:fillRect/>
          </a:stretch>
        </p:blipFill>
        <p:spPr>
          <a:xfrm>
            <a:off x="825500" y="1492354"/>
            <a:ext cx="4930723" cy="2613877"/>
          </a:xfrm>
          <a:prstGeom prst="rect">
            <a:avLst/>
          </a:prstGeom>
        </p:spPr>
      </p:pic>
      <p:pic>
        <p:nvPicPr>
          <p:cNvPr id="5" name="내용 개체 틀 4" descr="텍스트, 소프트웨어, 멀티미디어 소프트웨어, 스크린샷이(가) 표시된 사진&#10;&#10;AI 생성 콘텐츠는 정확하지 않을 수 있습니다.">
            <a:extLst>
              <a:ext uri="{FF2B5EF4-FFF2-40B4-BE49-F238E27FC236}">
                <a16:creationId xmlns:a16="http://schemas.microsoft.com/office/drawing/2014/main" id="{A21DF02E-5F5D-DC70-A4D5-B548044B5407}"/>
              </a:ext>
            </a:extLst>
          </p:cNvPr>
          <p:cNvPicPr>
            <a:picLocks noGrp="1" noChangeAspect="1"/>
          </p:cNvPicPr>
          <p:nvPr>
            <p:ph idx="1"/>
          </p:nvPr>
        </p:nvPicPr>
        <p:blipFill>
          <a:blip r:embed="rId3"/>
          <a:stretch>
            <a:fillRect/>
          </a:stretch>
        </p:blipFill>
        <p:spPr>
          <a:xfrm>
            <a:off x="825500" y="4059389"/>
            <a:ext cx="10515600" cy="2612513"/>
          </a:xfrm>
        </p:spPr>
      </p:pic>
    </p:spTree>
    <p:extLst>
      <p:ext uri="{BB962C8B-B14F-4D97-AF65-F5344CB8AC3E}">
        <p14:creationId xmlns:p14="http://schemas.microsoft.com/office/powerpoint/2010/main" val="53703426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607</Words>
  <Application>Microsoft Macintosh PowerPoint</Application>
  <PresentationFormat>와이드스크린</PresentationFormat>
  <Paragraphs>46</Paragraphs>
  <Slides>17</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17</vt:i4>
      </vt:variant>
    </vt:vector>
  </HeadingPairs>
  <TitlesOfParts>
    <vt:vector size="20" baseType="lpstr">
      <vt:lpstr>맑은 고딕</vt:lpstr>
      <vt:lpstr>Arial</vt:lpstr>
      <vt:lpstr>Office 테마</vt:lpstr>
      <vt:lpstr>PowerPoint 프레젠테이션</vt:lpstr>
      <vt:lpstr>Get Started with Git</vt:lpstr>
      <vt:lpstr>Get Started with Git</vt:lpstr>
      <vt:lpstr>Get Started with Git</vt:lpstr>
      <vt:lpstr>Get Started with Git</vt:lpstr>
      <vt:lpstr>Connect to GitHub</vt:lpstr>
      <vt:lpstr>Connect to GitHub</vt:lpstr>
      <vt:lpstr>Connect to GitHub</vt:lpstr>
      <vt:lpstr>Connect to GitHub</vt:lpstr>
      <vt:lpstr>Connect to GitHub</vt:lpstr>
      <vt:lpstr>Connect to GitHub</vt:lpstr>
      <vt:lpstr>Connect to GitHub</vt:lpstr>
      <vt:lpstr>Collaborate with Branches</vt:lpstr>
      <vt:lpstr>Collaborate with Branches</vt:lpstr>
      <vt:lpstr>Collaborate with Branches</vt:lpstr>
      <vt:lpstr>Collaborate with Branches</vt:lpstr>
      <vt:lpstr>Collaborate with Branches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준규 박</dc:creator>
  <cp:lastModifiedBy>준규 박</cp:lastModifiedBy>
  <cp:revision>10</cp:revision>
  <dcterms:created xsi:type="dcterms:W3CDTF">2025-09-25T05:00:50Z</dcterms:created>
  <dcterms:modified xsi:type="dcterms:W3CDTF">2025-09-25T12:21:54Z</dcterms:modified>
</cp:coreProperties>
</file>